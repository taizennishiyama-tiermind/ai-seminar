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0369A1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1828800"/>
            <a:ext cx="5486400" cy="5486400"/>
          </a:xfrm>
          <a:prstGeom prst="ellipse">
            <a:avLst/>
          </a:prstGeom>
          <a:solidFill>
            <a:srgbClr val="0EA5E9">
              <a:alpha val="2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2801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スキルアップしたいあなたと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のプロの座談会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731520" y="2788920"/>
            <a:ext cx="1645920" cy="27432"/>
          </a:xfrm>
          <a:prstGeom prst="rect">
            <a:avLst/>
          </a:prstGeom>
          <a:solidFill>
            <a:srgbClr val="0EA5E9">
              <a:alpha val="6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017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仕事で差がつく AI の使い方を、ざっくばらんに話しましょう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分のカジュアル座談会  ／  途中の質問・ツッコミ大歓迎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今日の流れ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リラックスして聞いてください。いつでも質問 OK。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91640" y="140817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アイスブレイク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0" y="140817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への興味・使用ツール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90195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9019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91640" y="189280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「伝え方」で結果が 9 割変わる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0" y="18928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5W1H × マルチモーダル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350008"/>
            <a:ext cx="8138160" cy="420624"/>
          </a:xfrm>
          <a:prstGeom prst="roundRect">
            <a:avLst>
              <a:gd name="adj" fmla="val 13043"/>
            </a:avLst>
          </a:prstGeom>
          <a:solidFill>
            <a:srgbClr val="E0F2FE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386584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865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23774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ミニワーク ①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0" y="23774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同じお題で指示を書き比べ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871216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28712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91640" y="28620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「何を作るか」の設計力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60720" y="286207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目的→成果物→ソースの逆算思考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319272"/>
            <a:ext cx="8138160" cy="420624"/>
          </a:xfrm>
          <a:prstGeom prst="roundRect">
            <a:avLst>
              <a:gd name="adj" fmla="val 13043"/>
            </a:avLst>
          </a:prstGeom>
          <a:solidFill>
            <a:srgbClr val="E0F2FE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3355848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35584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91640" y="334670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ミニワーク ②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60720" y="334670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目的から成果物を逆算してみる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384048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384048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91640" y="383133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ツールの選び方と限界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760720" y="38313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ChatGPT / Gemini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32511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432511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691640" y="43159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 &amp; フリートーク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760720" y="43159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なんでも質問 OK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4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0EA5E9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まずはみんなに聞いてみたい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AI、ぶっちゃけどうですか？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768096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 AI にどのくらい興味ある？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1488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EA5E9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148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めちゃくちゃ興味ある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EA5E9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148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まあまあ気になってる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21488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EA5E9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2148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正直よくわからない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880360"/>
            <a:ext cx="768096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 ふだん何を使ってる？（複数 OK）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3375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0EA5E9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33756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31720" y="33375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0EA5E9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331720" y="333756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49040" y="33375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0EA5E9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0" y="333756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66360" y="33375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0EA5E9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166360" y="333756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0" y="33375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0EA5E9">
              <a:alpha val="3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333756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特になし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069080"/>
            <a:ext cx="7680960" cy="777240"/>
          </a:xfrm>
          <a:prstGeom prst="roundRect">
            <a:avLst>
              <a:gd name="adj" fmla="val 14118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133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 仕事で AI を使ってうまくいった／困った経験ある？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4434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あればぜひ教えてください！ 今日のネタにします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68680" y="47548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「伝え方」で結果が 9 割変わる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097280"/>
            <a:ext cx="80467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097280"/>
            <a:ext cx="54864" cy="10972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1887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＝ スマホの予測変換がめちゃくちゃ賢くなったもの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15544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あなたが何を入力するかで、出てくるものが全然変わる。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はあなたのことを知らない。だから「具体的に伝える」ことが、実用に足る成果物への最短ルート。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46888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468880"/>
            <a:ext cx="3657600" cy="457200"/>
          </a:xfrm>
          <a:prstGeom prst="roundRect">
            <a:avLst>
              <a:gd name="adj" fmla="val 24000"/>
            </a:avLst>
          </a:prstGeom>
          <a:solidFill>
            <a:srgbClr val="FFF1F2"/>
          </a:solidFill>
          <a:ln/>
        </p:spPr>
      </p:sp>
      <p:sp>
        <p:nvSpPr>
          <p:cNvPr id="12" name="Shape 9"/>
          <p:cNvSpPr/>
          <p:nvPr/>
        </p:nvSpPr>
        <p:spPr>
          <a:xfrm>
            <a:off x="640080" y="2697480"/>
            <a:ext cx="3657600" cy="256032"/>
          </a:xfrm>
          <a:prstGeom prst="rect">
            <a:avLst/>
          </a:prstGeom>
          <a:solidFill>
            <a:srgbClr val="FFF1F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4203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24871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ありがちな指示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68680" y="301752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「来週の会議用に資料作って」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→ 誰向け？ 何の会議？ ゴールは？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→ AI はあなたの状況を何も知らない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43F5E"/>
                </a:solidFill>
              </a:rPr>
              <a:t>＝ 当たり障りのない汎用的な出力しか出ない</a:t>
            </a:r>
            <a:endParaRPr lang="en-US" sz="14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3337560"/>
            <a:ext cx="320040" cy="3200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754880" y="2468880"/>
            <a:ext cx="393192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754880" y="2468880"/>
            <a:ext cx="3931920" cy="457200"/>
          </a:xfrm>
          <a:prstGeom prst="roundRect">
            <a:avLst>
              <a:gd name="adj" fmla="val 24000"/>
            </a:avLst>
          </a:prstGeom>
          <a:solidFill>
            <a:srgbClr val="ECFDF5"/>
          </a:solidFill>
          <a:ln/>
        </p:spPr>
      </p:sp>
      <p:sp>
        <p:nvSpPr>
          <p:cNvPr id="19" name="Shape 14"/>
          <p:cNvSpPr/>
          <p:nvPr/>
        </p:nvSpPr>
        <p:spPr>
          <a:xfrm>
            <a:off x="4754880" y="2697480"/>
            <a:ext cx="3931920" cy="256032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54203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12080" y="24871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5W1H で整理した指示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937760" y="301752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「来週月曜の経営会議（Who: 部長陣）で、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Q2 売上の進捗を報告したい（What/Why）。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数字メイン、スライド 3 枚以内（How）。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結論→根拠→ネクストの構成で」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＝ 実務にそのまま使えるアウトプットが出る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40080" y="4800600"/>
            <a:ext cx="8046720" cy="274320"/>
          </a:xfrm>
          <a:prstGeom prst="roundRect">
            <a:avLst>
              <a:gd name="adj" fmla="val 26667"/>
            </a:avLst>
          </a:prstGeom>
          <a:solidFill>
            <a:srgbClr val="E0F2FE"/>
          </a:solidFill>
          <a:ln/>
        </p:spPr>
      </p:sp>
      <p:sp>
        <p:nvSpPr>
          <p:cNvPr id="24" name="Text 18"/>
          <p:cNvSpPr/>
          <p:nvPr/>
        </p:nvSpPr>
        <p:spPr>
          <a:xfrm>
            <a:off x="914400" y="48006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入力の具体度 ＝ 出力の実用度。 コンテキストを渡すほど「汎用」→「あなた専用」になる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5W1H で「伝わる指示」をつくる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全部埋めなくても OK。意識するだけで精度がグッと上がる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417320"/>
            <a:ext cx="4572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54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誰に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1762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経営層？ 現場？ 外部？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28016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03320" y="1417320"/>
            <a:ext cx="4572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554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1874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21762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報告？ 提案？ 相談？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1417320"/>
            <a:ext cx="4572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554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1874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21762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承認を得たい？ 共有したい？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97180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3108960"/>
            <a:ext cx="4572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246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35661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いつ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3867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緊急？ 来週？ 期限は？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29000" y="297180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03320" y="3108960"/>
            <a:ext cx="4572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0" y="3246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657600" y="35661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どこで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0" y="3867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会議？ メール？ チャット？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297180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92240" y="3108960"/>
            <a:ext cx="4572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3246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446520" y="35661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どう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46520" y="3867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スライド？ テキスト？ 表？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テキストだけじゃもったいない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スクショ・音声・画像で「情報をリッチに」渡す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749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0876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08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スクリーンショット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1965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「このエラー直して」よりスクショ 1 枚の方が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倍伝わる。Excel の表や Web ページも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そのまま貼って渡せる。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371600"/>
            <a:ext cx="39319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0876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508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音声入力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983480" y="19659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考えがまとまらない時は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「音声でダーッと話す → AI に整理させる」。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タイピングの 3 倍速い。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429000"/>
            <a:ext cx="80467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0080" y="3429000"/>
            <a:ext cx="54864" cy="118872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4787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61872" y="3520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14400" y="3822192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「文字で説明しづらいな」と思ったらマルチモーダルのサイン。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情報は「棄損せずに渡す」のがコツ。加工しすぎず、スクショ＋一言でOK。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はあなたの画面を見ていない。あなたが見ているものを、そのまま共有しよう。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A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114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ミニワーク ①   5 min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1520" y="960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同じお題、あなたならどう指示する？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31520" y="1828800"/>
            <a:ext cx="7680960" cy="914400"/>
          </a:xfrm>
          <a:prstGeom prst="roundRect">
            <a:avLst>
              <a:gd name="adj" fmla="val 12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シチュエーション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1488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あなたは営業チームのリーダー。来週の全社ミーティングで、自チームの今期成果を 3 分で共有したい。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手元に売上データ（Excel）とお客様の声（テキスト）がある。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やってみよう（1 人 2 分 → ペアで共有 3 分）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❶  この状況で AI にどう指示を出すか、自分の言葉で書いてみる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❷  5W1H のうち、どれを入れたか確認してみる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❸  テキスト以外に渡せる情報はある？（Excel を添付？ スクショ？）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4572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正解はありません。「いつもの自分」と「5W1H を意識した自分」の差を感じてみてください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68680" y="47548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「何を作るか」の設計力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051560"/>
            <a:ext cx="80467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051560"/>
            <a:ext cx="54864" cy="73152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0972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は何でも作れる。でも「何を作れば相手が一番嬉しいか」を設計するのは人間の仕事。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280160" y="1417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受け手への思いやり ＝ 成果物設計力。相手の負担を減らし、必要十分な情報を最適な形で届ける。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" y="201168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1488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70432" y="212140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スライド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04672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直感的に伝える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経営層への報告に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474720" y="201168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214884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005072" y="212140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ドキュメント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3639312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網羅的に記録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に再利用もしやすい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6309360" y="201168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214884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39712" y="212140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グラフ / ダッシュボード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6473952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数字を一目で把握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定量的な説得力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640080" y="329184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3429000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70432" y="340156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ポッドキャスト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804672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流し聞きできる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忙しい人向け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3474720" y="329184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9312" y="3429000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005072" y="340156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3639312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研修・教育向け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理解を深めたい時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6309360" y="329184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952" y="3429000"/>
            <a:ext cx="274320" cy="27432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839712" y="340156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 / プロト</a:t>
            </a:r>
            <a:endParaRPr lang="en-US" sz="1200" dirty="0"/>
          </a:p>
        </p:txBody>
      </p:sp>
      <p:sp>
        <p:nvSpPr>
          <p:cNvPr id="34" name="Text 24"/>
          <p:cNvSpPr/>
          <p:nvPr/>
        </p:nvSpPr>
        <p:spPr>
          <a:xfrm>
            <a:off x="6473952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実際に動くもので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イメージを即共有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>
            <a:off x="640080" y="4663440"/>
            <a:ext cx="8046720" cy="347472"/>
          </a:xfrm>
          <a:prstGeom prst="roundRect">
            <a:avLst>
              <a:gd name="adj" fmla="val 21053"/>
            </a:avLst>
          </a:prstGeom>
          <a:solidFill>
            <a:srgbClr val="E0F2FE"/>
          </a:solidFill>
          <a:ln/>
        </p:spPr>
      </p:sp>
      <p:sp>
        <p:nvSpPr>
          <p:cNvPr id="36" name="Text 26"/>
          <p:cNvSpPr/>
          <p:nvPr/>
        </p:nvSpPr>
        <p:spPr>
          <a:xfrm>
            <a:off x="914400" y="466344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形骸化した 1 時間の定例 → テキストで要点共有。それだけで全員の 1 時間が浮く。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目的から逆算して、成果物を設計する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この思考フローが「AI を使いこなす人」と「そうでない人」の差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34340" y="1280160"/>
            <a:ext cx="1508760" cy="22860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96696" y="1463040"/>
            <a:ext cx="384048" cy="384048"/>
          </a:xfrm>
          <a:prstGeom prst="ellipse">
            <a:avLst/>
          </a:prstGeom>
          <a:solidFill>
            <a:srgbClr val="0C4A6E"/>
          </a:solidFill>
          <a:ln/>
        </p:spPr>
      </p:sp>
      <p:sp>
        <p:nvSpPr>
          <p:cNvPr id="6" name="Text 4"/>
          <p:cNvSpPr/>
          <p:nvPr/>
        </p:nvSpPr>
        <p:spPr>
          <a:xfrm>
            <a:off x="996696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5780" y="19385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目的を定義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5780" y="237744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何を達成したい？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誰のどんな行動を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引き出したい？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00" y="2194560"/>
            <a:ext cx="182880" cy="182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125980" y="1280160"/>
            <a:ext cx="1508760" cy="22860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88336" y="1463040"/>
            <a:ext cx="384048" cy="38404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217420" y="19385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成果物を決める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217420" y="237744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目的を達成する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のに最適な形は？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相手の負担は？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2194560"/>
            <a:ext cx="182880" cy="182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817620" y="1280160"/>
            <a:ext cx="1508760" cy="22860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379976" y="1463040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8" name="Text 14"/>
          <p:cNvSpPr/>
          <p:nvPr/>
        </p:nvSpPr>
        <p:spPr>
          <a:xfrm>
            <a:off x="4379976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909060" y="19385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ソースを集める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909060" y="237744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その成果物に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必要なデータ・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前提情報は？</a:t>
            </a:r>
            <a:endParaRPr lang="en-US" sz="1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380" y="2194560"/>
            <a:ext cx="182880" cy="18288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509260" y="1280160"/>
            <a:ext cx="1508760" cy="22860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071616" y="1463040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4" name="Text 19"/>
          <p:cNvSpPr/>
          <p:nvPr/>
        </p:nvSpPr>
        <p:spPr>
          <a:xfrm>
            <a:off x="6071616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5600700" y="19385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に指示する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600700" y="237744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ソース＋プロンプト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を具体的に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インプット</a:t>
            </a:r>
            <a:endParaRPr lang="en-US" sz="10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2194560"/>
            <a:ext cx="182880" cy="18288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200900" y="1280160"/>
            <a:ext cx="1508760" cy="22860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63256" y="146304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4"/>
          <p:cNvSpPr/>
          <p:nvPr/>
        </p:nvSpPr>
        <p:spPr>
          <a:xfrm>
            <a:off x="7763256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7292340" y="19385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目的が達成される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7292340" y="237744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相手が動く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仕事が前に進む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40080" y="3840480"/>
            <a:ext cx="80467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640080" y="3840480"/>
            <a:ext cx="54864" cy="10515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5" name="Text 29"/>
          <p:cNvSpPr/>
          <p:nvPr/>
        </p:nvSpPr>
        <p:spPr>
          <a:xfrm>
            <a:off x="914400" y="3913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914400" y="41605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役員に新サービスの Go 判断をもらう → スライド 5 枚（結論→市場→競合→計画→Ask）→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市場調査 Excel・ユーザーインタビュー・競合 URL を収集 → AI にソース＋構成指示をインプット → 完成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A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114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ミニワーク ②   5 min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152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目的→成果物→ソースを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逆算してみよう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731520" y="1920240"/>
            <a:ext cx="7680960" cy="822960"/>
          </a:xfrm>
          <a:prstGeom prst="roundRect">
            <a:avLst>
              <a:gd name="adj" fmla="val 13333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993392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シナリオ：あなたのチームで新人研修のやり方を刷新したい。上司に「こう変えたい」と提案して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承認をもらう必要がある。手元には現行マニュアル（PDF）、新人アンケート結果、他社事例のメモがある。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297180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868680" y="3063240"/>
            <a:ext cx="320040" cy="32004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80160" y="30449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目的は？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34747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上司にどんな行動をしてほしい？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83280" y="297180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3520440" y="3063240"/>
            <a:ext cx="320040" cy="32004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352044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931920" y="30449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何を作る？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520440" y="34747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スライド？ ドキュメント？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その形式を選ぶ理由は？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35040" y="297180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172200" y="3063240"/>
            <a:ext cx="320040" cy="32004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617220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583680" y="30449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どんなソースを渡す？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172200" y="34747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手元の情報をどう AI に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インプットする？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3152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グループで話しながら埋めてみてください。正解はないので自由に！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68680" y="47548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ツールの選び方と限界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005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ツールごとに得意・不得意がある。場面に合わせて使い分けるのが上級者。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50876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645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2011680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01168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おすすめ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" y="2377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開発・日本語に強い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論理的な文章が得意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最近もっともホットな領域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3246120"/>
            <a:ext cx="2194560" cy="13716"/>
          </a:xfrm>
          <a:prstGeom prst="rect">
            <a:avLst/>
          </a:prstGeom>
          <a:solidFill>
            <a:srgbClr val="E0F2F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383280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78992" y="33558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文章 / コード / 分析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03320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78992" y="36758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画像生成は非対応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474720" y="150876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3657600" y="1645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3657600" y="2377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裏側でコードを実行可能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プラグイン・GPTs が豊富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総合力が高い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0" y="3246120"/>
            <a:ext cx="2194560" cy="13716"/>
          </a:xfrm>
          <a:prstGeom prst="rect">
            <a:avLst/>
          </a:prstGeom>
          <a:solidFill>
            <a:srgbClr val="E0F2F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383280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913632" y="33558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汎用 / コード実行 / 連携</a:t>
            </a:r>
            <a:endParaRPr lang="en-US" sz="10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703320"/>
            <a:ext cx="182880" cy="1828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913632" y="36758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日本語は Claude に一歩譲る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309360" y="150876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6492240" y="1645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800" dirty="0"/>
          </a:p>
        </p:txBody>
      </p:sp>
      <p:sp>
        <p:nvSpPr>
          <p:cNvPr id="27" name="Shape 20"/>
          <p:cNvSpPr/>
          <p:nvPr/>
        </p:nvSpPr>
        <p:spPr>
          <a:xfrm>
            <a:off x="6492240" y="2011680"/>
            <a:ext cx="1682496" cy="256032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/>
        </p:spPr>
      </p:sp>
      <p:sp>
        <p:nvSpPr>
          <p:cNvPr id="28" name="Text 21"/>
          <p:cNvSpPr/>
          <p:nvPr/>
        </p:nvSpPr>
        <p:spPr>
          <a:xfrm>
            <a:off x="6492240" y="201168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Pro が話題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6492240" y="2377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マルチモーダルが強い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デザイン領域で注目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連携が便利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492240" y="3246120"/>
            <a:ext cx="2194560" cy="13716"/>
          </a:xfrm>
          <a:prstGeom prst="rect">
            <a:avLst/>
          </a:prstGeom>
          <a:solidFill>
            <a:srgbClr val="E0F2F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383280"/>
            <a:ext cx="182880" cy="1828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48272" y="33558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画像理解 / デザイン</a:t>
            </a:r>
            <a:endParaRPr lang="en-US" sz="10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3703320"/>
            <a:ext cx="182880" cy="18288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748272" y="36758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コード実行系は苦手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640080" y="4800600"/>
            <a:ext cx="8046720" cy="274320"/>
          </a:xfrm>
          <a:prstGeom prst="roundRect">
            <a:avLst>
              <a:gd name="adj" fmla="val 26667"/>
            </a:avLst>
          </a:prstGeom>
          <a:solidFill>
            <a:srgbClr val="E0F2FE"/>
          </a:solidFill>
          <a:ln/>
        </p:spPr>
      </p:sp>
      <p:sp>
        <p:nvSpPr>
          <p:cNvPr id="36" name="Text 27"/>
          <p:cNvSpPr/>
          <p:nvPr/>
        </p:nvSpPr>
        <p:spPr>
          <a:xfrm>
            <a:off x="914400" y="48006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万能なツールはない。「この仕事にはこれ」と選べることが、使いこなしの第一歩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知っておくと差がつく 2 つのこと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37490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05840"/>
            <a:ext cx="54864" cy="3657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AI の「記憶」には上限がある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E0F2FE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727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の頭 ＝ 有限のホワイトボード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会話が長いと最初の方が消えていく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対策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・1 タスク 1 チャットを心がける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・長い作業は途中で要約を挟む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・重要な前提は毎回伝え直す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・「ここまでの内容を要約して」と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 自身にまとめさせるのも有効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284C7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54864" cy="3657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ちょっとの IT 用語で精度が変わる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0" y="155448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0F2FE"/>
          </a:solidFill>
          <a:ln/>
        </p:spPr>
      </p:sp>
      <p:sp>
        <p:nvSpPr>
          <p:cNvPr id="13" name="Text 11"/>
          <p:cNvSpPr/>
          <p:nvPr/>
        </p:nvSpPr>
        <p:spPr>
          <a:xfrm>
            <a:off x="5166360" y="15727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プログラマーになる必要はゼロ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でも「会話」ができると精度が段違い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224028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こういう一言が言えると変わる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・「Excel で出力して」→ 形式が最適化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・「Python で分析して」→ 精度 UP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・エラーが出たら「ここ違うかも」と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軌道修正できるかどうかが大きい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完璧じゃなくていい。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「AI 語」が少し話せるだけで十分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4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6400800" cy="6400800"/>
          </a:xfrm>
          <a:prstGeom prst="ellipse">
            <a:avLst/>
          </a:prstGeom>
          <a:solidFill>
            <a:srgbClr val="0369A1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0EA5E9">
              <a:alpha val="2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57200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4572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今日から使える 3 つのこと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31520" y="1965960"/>
            <a:ext cx="768096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960120" y="210312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627632" y="202082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入力の具体度 ＝ 出力の実用度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627632" y="23682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5W1H＋マルチモーダルで、AI の出力をあなた専用にする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2880360"/>
            <a:ext cx="768096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301752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627632" y="293522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「何を作るか」を逆算で設計する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627632" y="32826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目的→成果物→ソース。受け手への思いやりが成果物の質を決める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1520" y="3794760"/>
            <a:ext cx="768096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960120" y="393192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627632" y="384962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ツールの得意・不得意を知る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627632" y="41970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ChatGPT / Gemini を場面で使い分ける。限界を知る人が一番うまく使える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3152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を使いこなすスキル ＝ 「仕事を設計するスキル」そのもの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4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7315200" cy="7315200"/>
          </a:xfrm>
          <a:prstGeom prst="ellipse">
            <a:avLst/>
          </a:prstGeom>
          <a:solidFill>
            <a:srgbClr val="0EA5E9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フリートーク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なんでも聞いてください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514600"/>
            <a:ext cx="1828800" cy="22860"/>
          </a:xfrm>
          <a:prstGeom prst="rect">
            <a:avLst/>
          </a:prstGeom>
          <a:solidFill>
            <a:srgbClr val="0EA5E9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889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自分の仕事で AI をどう使えそう？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2783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ChatGPT / Gemini、どれから始める？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66674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こういう場面で使えそう？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10565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ぶっちゃけ AI ってどこまでできるの？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このあとの Slack やチャットでの質問もお気軽にどうぞ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スキルアップしたいあなたとAIのプロの座談会</dc:title>
  <dc:subject>PptxGenJS Presentation</dc:subject>
  <dc:creator>AI Workshop</dc:creator>
  <cp:lastModifiedBy>AI Workshop</cp:lastModifiedBy>
  <cp:revision>1</cp:revision>
  <dcterms:created xsi:type="dcterms:W3CDTF">2026-02-24T04:52:38Z</dcterms:created>
  <dcterms:modified xsi:type="dcterms:W3CDTF">2026-02-24T04:52:38Z</dcterms:modified>
</cp:coreProperties>
</file>